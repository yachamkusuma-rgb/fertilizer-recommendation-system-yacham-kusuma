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Fertilizer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Smart Agriculture Solution</a:t>
            </a:r>
          </a:p>
          <a:p>
            <a:r>
              <a:t>Name / College /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that recommends suitable fertilizers based on soil and crop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Incorrect fertilizer use reduces yield and damages soil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provide accurate fertilizer recommendations using soil nutrient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Soil NPK values</a:t>
            </a:r>
          </a:p>
          <a:p>
            <a:r>
              <a:t>Crop type</a:t>
            </a:r>
          </a:p>
          <a:p>
            <a:r>
              <a:t>Soil 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soil data</a:t>
            </a:r>
          </a:p>
          <a:p>
            <a:r>
              <a:t>System analyzes values</a:t>
            </a:r>
          </a:p>
          <a:p>
            <a:r>
              <a:t>Fertilizer is recommended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AI / Rule-Based Logic</a:t>
            </a:r>
          </a:p>
          <a:p>
            <a:r>
              <a:t>Lovable AI Tool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yield</a:t>
            </a:r>
          </a:p>
          <a:p>
            <a:r>
              <a:t>Reduces cost</a:t>
            </a:r>
          </a:p>
          <a:p>
            <a:r>
              <a:t>Eco-friendly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 integration</a:t>
            </a:r>
          </a:p>
          <a:p>
            <a:r>
              <a:t>Mobile app</a:t>
            </a:r>
          </a:p>
          <a:p>
            <a:r>
              <a:t>IoT sensors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farmers make better fertilizer decisions using smart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